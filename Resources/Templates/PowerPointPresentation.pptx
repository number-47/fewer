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43e0b5b3134944" /><Relationship Type="http://schemas.openxmlformats.org/officeDocument/2006/relationships/extended-properties" Target="/docProps/app.xml" Id="R939e3c0818814881" /><Relationship Type="http://schemas.openxmlformats.org/officeDocument/2006/relationships/officeDocument" Target="/ppt/presentation.xml" Id="Rb6069ec4dbae4b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37e6bc6ba44c3a"/>
  </p:sldMasterIdLst>
  <p:notesMasterIdLst>
    <p:notesMasterId xmlns:r="http://schemas.openxmlformats.org/officeDocument/2006/relationships" r:id="R14f6efa9b7b94442"/>
  </p:notesMasterIdLst>
  <p:sldIdLst>
    <p:sldId xmlns:r="http://schemas.openxmlformats.org/officeDocument/2006/relationships" id="256" r:id="Rcef05cf61f6c4b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c88c035e274da5" /><Relationship Type="http://schemas.openxmlformats.org/officeDocument/2006/relationships/slideMaster" Target="/ppt/slideMasters/slideMaster1.xml" Id="R2137e6bc6ba44c3a" /><Relationship Type="http://schemas.openxmlformats.org/officeDocument/2006/relationships/notesMaster" Target="/ppt/notesMasters/notesMaster1.xml" Id="R14f6efa9b7b94442" /><Relationship Type="http://schemas.openxmlformats.org/officeDocument/2006/relationships/presProps" Target="/ppt/presProps.xml" Id="R86316e59efdd483b" /><Relationship Type="http://schemas.openxmlformats.org/officeDocument/2006/relationships/tableStyles" Target="/ppt/tableStyles.xml" Id="R1bc3aa7d510e44fc" /><Relationship Type="http://schemas.openxmlformats.org/officeDocument/2006/relationships/slide" Target="/ppt/slides/slide1.xml" Id="Rcef05cf61f6c4b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0075b27626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0105ceb8e94efd" /><Relationship Type="http://schemas.openxmlformats.org/officeDocument/2006/relationships/notesMaster" Target="/ppt/notesMasters/notesMaster1.xml" Id="R150ae14cbdfd4d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5249218a140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e10e3f575f4614" /><Relationship Type="http://schemas.openxmlformats.org/officeDocument/2006/relationships/slideLayout" Target="/ppt/slideLayouts/slideLayout1.xml" Id="R493509cae98644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3509cae98644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8f6dafadd49e2" /><Relationship Type="http://schemas.openxmlformats.org/officeDocument/2006/relationships/notesSlide" Target="/ppt/notesSlides/notesSlide1.xml" Id="R59ab5876425646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72820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2026-08-05T03:34:50.0840000Z</dcterms:created>
  <dcterms:modified xsi:type="dcterms:W3CDTF">2026-08-05T03:34:50.0840000Z</dcterms:modified>
</coreProperties>
</file>